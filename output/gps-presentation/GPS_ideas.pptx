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упрощена. Для удалённого доступа также нужна серверная часть. Доступ к координатам предоставляется владельцу устройства. При потере связи следует отображать время последнего обновления.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ПРОДУКТОВЫЕ ИДЕИ / ДЛЯ ТИМЛИДА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939800"/>
            <a:ext cx="11226800" cy="7564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456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72333"/>
                </a:solidFill>
                <a:latin typeface="Arial"/>
              </a:defRPr>
            </a:pPr>
            <a:r>
              <a:t>Куда встроить GPS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1727200"/>
            <a:ext cx="108458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07083"/>
                </a:solidFill>
                <a:latin typeface="Arial"/>
              </a:defRPr>
            </a:pPr>
            <a:r>
              <a:t>Три основных варианта и ещё три направления для развития</a:t>
            </a:r>
          </a:p>
        </p:txBody>
      </p:sp>
      <p:pic>
        <p:nvPicPr>
          <p:cNvPr id="8" name="Picture 7" descr="power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675466"/>
            <a:ext cx="3556000" cy="23706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2300" y="5308600"/>
            <a:ext cx="35433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333"/>
                </a:solidFill>
                <a:latin typeface="Arial"/>
              </a:defRPr>
            </a:pPr>
            <a:r>
              <a:t>Пауэрбанк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300" y="5727700"/>
            <a:ext cx="35433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Питание + поиск устройства</a:t>
            </a:r>
          </a:p>
        </p:txBody>
      </p:sp>
      <p:pic>
        <p:nvPicPr>
          <p:cNvPr id="11" name="Picture 10" descr="bi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2675466"/>
            <a:ext cx="3556000" cy="23706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6900" y="5308600"/>
            <a:ext cx="35433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333"/>
                </a:solidFill>
                <a:latin typeface="Arial"/>
              </a:defRPr>
            </a:pPr>
            <a:r>
              <a:t>Велосипед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6900" y="5727700"/>
            <a:ext cx="35433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Местоположение + движение</a:t>
            </a:r>
          </a:p>
        </p:txBody>
      </p:sp>
      <p:pic>
        <p:nvPicPr>
          <p:cNvPr id="14" name="Picture 13" descr="dashc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600" y="2675466"/>
            <a:ext cx="3556000" cy="23706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91500" y="5308600"/>
            <a:ext cx="35433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333"/>
                </a:solidFill>
                <a:latin typeface="Arial"/>
              </a:defRPr>
            </a:pPr>
            <a:r>
              <a:t>Камера в машине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0" y="5727700"/>
            <a:ext cx="35433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Видео + маршрут поездки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2324100"/>
            <a:ext cx="108458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083"/>
                </a:solidFill>
                <a:latin typeface="Arial"/>
              </a:defRPr>
            </a:pPr>
            <a:r>
              <a:t>Иллюстрации — концепты возможной интеграции, не готовые изделия.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ОСНОВНОЙ ВАРИАНТ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GPS в пауэрбанке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Зарядка телефона и поиск самого устройства в одном корпусе.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02</a:t>
            </a:r>
          </a:p>
        </p:txBody>
      </p:sp>
      <p:pic>
        <p:nvPicPr>
          <p:cNvPr id="8" name="Picture 7" descr="power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044700"/>
            <a:ext cx="6019800" cy="401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6070600"/>
            <a:ext cx="59563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083"/>
                </a:solidFill>
                <a:latin typeface="Arial"/>
              </a:defRPr>
            </a:pPr>
            <a:r>
              <a:t>Концепт • размещение модуля показано условно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900" y="20574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ГДЕ РАЗМЕСТИТЬ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0" y="23495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В пластиковом корпусе: модуль и антенна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рядом с платой питания.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900" y="33020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ЗАЧЕМ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900" y="35941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Показать на карте пауэрбанк или сумку, в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которой он находится.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0" y="45466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ЧТО ПРОВЕРИТЬ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900" y="48387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Расход заряда, нагрев и качество приёма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рядом с аккумулятором.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1200" y="5816600"/>
            <a:ext cx="4584700" cy="4191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900" y="5892800"/>
            <a:ext cx="43561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Кандидат для первого прототипа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ОСНОВНОЙ ВАРИАНТ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GPS в велосипеде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Поиск велосипеда и уведомление о начале движения.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03</a:t>
            </a:r>
          </a:p>
        </p:txBody>
      </p:sp>
      <p:pic>
        <p:nvPicPr>
          <p:cNvPr id="8" name="Picture 7" descr="bi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044700"/>
            <a:ext cx="6019800" cy="401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6070600"/>
            <a:ext cx="59563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083"/>
                </a:solidFill>
                <a:latin typeface="Arial"/>
              </a:defRPr>
            </a:pPr>
            <a:r>
              <a:t>Концепт • размещение модуля показано условно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900" y="20574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ГДЕ РАЗМЕСТИТЬ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0" y="23495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В заднем фонаре или отдельном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пластиковом блоке под седлом.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900" y="33020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ЗАЧЕМ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900" y="35941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Видеть последнюю позицию; получать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сигнал о движении при наличии связи.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0" y="45466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ЧТО ПРОВЕРИТЬ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900" y="48387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Защиту от воды, крепление, зарядку и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приём сигнала рядом с рамой.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1200" y="5816600"/>
            <a:ext cx="4584700" cy="4191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900" y="5892800"/>
            <a:ext cx="43561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Для уведомлений нужен датчик движения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ОСНОВНОЙ ВАРИАНТ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GPS в автомобильной камере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Видеорегистратор, который связывает видео с маршрутом поездки.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04</a:t>
            </a:r>
          </a:p>
        </p:txBody>
      </p:sp>
      <p:pic>
        <p:nvPicPr>
          <p:cNvPr id="8" name="Picture 7" descr="dash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044700"/>
            <a:ext cx="6019800" cy="401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6070600"/>
            <a:ext cx="59563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083"/>
                </a:solidFill>
                <a:latin typeface="Arial"/>
              </a:defRPr>
            </a:pPr>
            <a:r>
              <a:t>Концепт • размещение модуля показано условно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900" y="20574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ГДЕ РАЗМЕСТИТЬ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0" y="23495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В корпусе регистратора или его креплении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у лобового стекла.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900" y="33020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ЗАЧЕМ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900" y="35941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Записывать координаты, время и скорость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вместе с видео.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0" y="45466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ЧТО ПРОВЕРИТЬ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900" y="48387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Совместимость с камерой, нагрев на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солнце и питание на парковке.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1200" y="5816600"/>
            <a:ext cx="4584700" cy="4191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900" y="5892800"/>
            <a:ext cx="43561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Удалённый просмотр требует канала связи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ДОПОЛНИТЕЛЬНЫЕ НАПРАВЛЕНИЯ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Ещё три варианта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Идеи для следующего этапа — после проверки основного прототипа.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2298700"/>
            <a:ext cx="30353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563E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400" y="3048000"/>
            <a:ext cx="31242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333"/>
                </a:solidFill>
                <a:latin typeface="Arial"/>
              </a:defRPr>
            </a:pPr>
            <a:r>
              <a:t>Рюкзак / сумка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3606800"/>
            <a:ext cx="30734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Куда: съёмный модуль во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внутреннем кармане.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4470400"/>
            <a:ext cx="3073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Польза: поиск своей вещи.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5245100"/>
            <a:ext cx="30734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Проверить: зарядку и приём внутри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здания.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07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4700" y="2298700"/>
            <a:ext cx="30353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563E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4700" y="3048000"/>
            <a:ext cx="31242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333"/>
                </a:solidFill>
                <a:latin typeface="Arial"/>
              </a:defRPr>
            </a:pPr>
            <a:r>
              <a:t>Кейс инструмента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4700" y="3606800"/>
            <a:ext cx="30734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Куда: отдельный блок под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пластиковой крышкой.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700" y="4470400"/>
            <a:ext cx="30734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Польза: местоположение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рабочего комплекта.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700" y="5245100"/>
            <a:ext cx="30734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Проверить: экранирование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металлическими предметами.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298700"/>
            <a:ext cx="30353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563E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3048000"/>
            <a:ext cx="31242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333"/>
                </a:solidFill>
                <a:latin typeface="Arial"/>
              </a:defRPr>
            </a:pPr>
            <a:r>
              <a:t>Электросамокат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0" y="3606800"/>
            <a:ext cx="30734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Куда: корпус панели или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пластиковый отсек.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0" y="4470400"/>
            <a:ext cx="30734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Польза: положение и история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поездок.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0" y="5245100"/>
            <a:ext cx="30734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Проверить: питание, вибрации и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влагозащиту.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ПРИНЦИП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Как координаты попадут на телефон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GPS определяет положение. Передача координат — отдельная часть системы.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235200"/>
            <a:ext cx="3530600" cy="2514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2438400"/>
            <a:ext cx="30353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400" y="3048000"/>
            <a:ext cx="30861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333"/>
                </a:solidFill>
                <a:latin typeface="Arial"/>
              </a:defRPr>
            </a:pPr>
            <a:r>
              <a:t>GPS / GNSS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3581400"/>
            <a:ext cx="30607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Получает сигналы спутников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и определяет координаты.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0700" y="2235200"/>
            <a:ext cx="3530600" cy="2514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4700" y="2438400"/>
            <a:ext cx="30353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700" y="3048000"/>
            <a:ext cx="30861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333"/>
                </a:solidFill>
                <a:latin typeface="Arial"/>
              </a:defRPr>
            </a:pPr>
            <a:r>
              <a:t>Канал связи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4700" y="3581400"/>
            <a:ext cx="3060700" cy="866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Сотовый модем отправляет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данные при наличии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покрытия.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0" y="2235200"/>
            <a:ext cx="3530600" cy="2514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0" y="2438400"/>
            <a:ext cx="30353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048000"/>
            <a:ext cx="30861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333"/>
                </a:solidFill>
                <a:latin typeface="Arial"/>
              </a:defRPr>
            </a:pPr>
            <a:r>
              <a:t>Приложение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3581400"/>
            <a:ext cx="30607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Показывает позицию, время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обновления и историю.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6700" y="3251200"/>
            <a:ext cx="355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563EB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4000" y="3251200"/>
            <a:ext cx="355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563EB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5207000"/>
            <a:ext cx="11023600" cy="331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333"/>
                </a:solidFill>
                <a:latin typeface="Arial"/>
              </a:defRPr>
            </a:pPr>
            <a:r>
              <a:t>Без модема: можно хранить маршрут в устройстве и выгружать его позже.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740400"/>
            <a:ext cx="110236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Bluetooth подходит для связи рядом с телефоном; для удалённого поиска нужен другой канал.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Что выбрать для первого прототипа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Предварительная оценка концепций; стоимость и автономность ещё предстоит измерить.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57400"/>
            <a:ext cx="2578100" cy="55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7100"/>
            <a:ext cx="23368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Критерий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1500" y="2057400"/>
            <a:ext cx="2908300" cy="55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3900" y="2197100"/>
            <a:ext cx="26670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Пауэрбанк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9800" y="2057400"/>
            <a:ext cx="2921000" cy="55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197100"/>
            <a:ext cx="26797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Велосипед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40800" y="2057400"/>
            <a:ext cx="2717800" cy="55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3200" y="2197100"/>
            <a:ext cx="24765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Автокамера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2616200"/>
            <a:ext cx="2578100" cy="6223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81300"/>
            <a:ext cx="23495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333"/>
                </a:solidFill>
                <a:latin typeface="Arial"/>
              </a:defRPr>
            </a:pPr>
            <a:r>
              <a:t>Главная польза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11500" y="2616200"/>
            <a:ext cx="2908300" cy="6223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3900" y="2781300"/>
            <a:ext cx="26797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Поиск устройства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9800" y="2616200"/>
            <a:ext cx="2921000" cy="6223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781300"/>
            <a:ext cx="26924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Поиск + движение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0800" y="2616200"/>
            <a:ext cx="2717800" cy="6223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3200" y="2781300"/>
            <a:ext cx="24892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Видео + маршрут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3251200"/>
            <a:ext cx="25781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16300"/>
            <a:ext cx="23495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Питание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1500" y="3251200"/>
            <a:ext cx="2908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63900" y="3416300"/>
            <a:ext cx="26797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Своя батарея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19800" y="3251200"/>
            <a:ext cx="29210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3416300"/>
            <a:ext cx="26924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Отдельная батарея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40800" y="3251200"/>
            <a:ext cx="2717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3200" y="3416300"/>
            <a:ext cx="24892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Бортовая сеть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3886200"/>
            <a:ext cx="2578100" cy="6223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051300"/>
            <a:ext cx="23495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Главная задача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11500" y="3886200"/>
            <a:ext cx="2908300" cy="6223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63900" y="4051300"/>
            <a:ext cx="26797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Расход заряда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9800" y="3886200"/>
            <a:ext cx="2921000" cy="6223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051300"/>
            <a:ext cx="26924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Вода и крепление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40800" y="3886200"/>
            <a:ext cx="2717800" cy="6223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3200" y="4051300"/>
            <a:ext cx="24892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Связь с камерой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3400" y="4521200"/>
            <a:ext cx="25781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686300"/>
            <a:ext cx="23495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Приоритет идеи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1500" y="4521200"/>
            <a:ext cx="2908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63900" y="4686300"/>
            <a:ext cx="26797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Первый прототип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19800" y="4521200"/>
            <a:ext cx="29210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4686300"/>
            <a:ext cx="26924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Следующий вариант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40800" y="4521200"/>
            <a:ext cx="2717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3200" y="4686300"/>
            <a:ext cx="24892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Отдельное направление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3400" y="5486400"/>
            <a:ext cx="11125200" cy="6985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6600" y="5613400"/>
            <a:ext cx="107823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Предлагаемый старт: пауэрбанк — готовый запас энергии и место для электроники.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РЕШЕНИЕ ДЛЯ ОБСУЖДЕНИЯ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Начать с GPS-пауэрбанка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Рабочая гипотеза: проверить базовый трекер, затем адаптировать его к другим корпусам.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70100"/>
            <a:ext cx="685800" cy="685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100" y="2197100"/>
            <a:ext cx="5969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3200" y="2070100"/>
            <a:ext cx="100838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333"/>
                </a:solidFill>
                <a:latin typeface="Arial"/>
              </a:defRPr>
            </a:pPr>
            <a:r>
              <a:t>Собрать макет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3200" y="2527300"/>
            <a:ext cx="10083800" cy="331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083"/>
                </a:solidFill>
                <a:latin typeface="Arial"/>
              </a:defRPr>
            </a:pPr>
            <a:r>
              <a:t>GPS-модуль, контроллер, питание и выбранный канал связи.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3251200"/>
            <a:ext cx="685800" cy="685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100" y="3378200"/>
            <a:ext cx="5969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563E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3200" y="3251200"/>
            <a:ext cx="100838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333"/>
                </a:solidFill>
                <a:latin typeface="Arial"/>
              </a:defRPr>
            </a:pPr>
            <a:r>
              <a:t>Проверить в реальных условиях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3200" y="3708400"/>
            <a:ext cx="10083800" cy="331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083"/>
                </a:solidFill>
                <a:latin typeface="Arial"/>
              </a:defRPr>
            </a:pPr>
            <a:r>
              <a:t>Приём на улице и в сумке, расход энергии, передачу координат.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4432300"/>
            <a:ext cx="685800" cy="685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100" y="4559300"/>
            <a:ext cx="5969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563E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3200" y="4432300"/>
            <a:ext cx="100838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333"/>
                </a:solidFill>
                <a:latin typeface="Arial"/>
              </a:defRPr>
            </a:pPr>
            <a:r>
              <a:t>Показать 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3200" y="4889500"/>
            <a:ext cx="10083800" cy="331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083"/>
                </a:solidFill>
                <a:latin typeface="Arial"/>
              </a:defRPr>
            </a:pPr>
            <a:r>
              <a:t>Позиция на карте, история маршрута и время последнего обновления.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5727700"/>
            <a:ext cx="11125200" cy="482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" y="5829300"/>
            <a:ext cx="107823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Обсудить с тимлидом: сценарий поиска, размеры корпуса и желаемую автономность.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Куда встроить GPS</dc:title>
  <dc:subject>Варианты интеграции для обсуждения с тимлидом</dc:subject>
  <dc:creator>AlanaTech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