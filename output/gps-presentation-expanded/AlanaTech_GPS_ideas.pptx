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README.md и gps_tracker/include/config.h. GPS определяет положение; E32 является отдельным радиоканалом. Не путать UART-модуль E32 с готовой сетью LoRaWAN.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Файлы: hardware/GPS-ESP32-E32/. DRC/ERC проверяют заданную модель. Символы разъёмов пассивные; проверка не доказывает совместимость питания и внутренних цепей модулей. Герберы не выпущены. Проект остаётся прототипом.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Иллюстрации первых слайдов — концепты из предыдущей презентации. Все новые интеграции и функции — идеи развития. Техническая база: README.md, gps_tracker/include/config.h, hardware/GPS-ESP32-E32/README.txt и отчёты DRC/ERC. Обновлено 5 октября 2026 года.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ПРОДУКТОВЫЕ ИДЕИ / ДЛЯ ТИМЛИДА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939800"/>
            <a:ext cx="11226800" cy="7564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456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72333"/>
                </a:solidFill>
                <a:latin typeface="Arial"/>
              </a:defRPr>
            </a:pPr>
            <a:r>
              <a:t>Куда встроить GPS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1727200"/>
            <a:ext cx="108458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07083"/>
                </a:solidFill>
                <a:latin typeface="Arial"/>
              </a:defRPr>
            </a:pPr>
            <a:r>
              <a:t>18 идей применения: от личных вещей до транспорта и фермы</a:t>
            </a:r>
          </a:p>
        </p:txBody>
      </p:sp>
      <p:pic>
        <p:nvPicPr>
          <p:cNvPr id="8" name="Picture 7" descr="power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675466"/>
            <a:ext cx="3556000" cy="23706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2300" y="5308600"/>
            <a:ext cx="35433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333"/>
                </a:solidFill>
                <a:latin typeface="Arial"/>
              </a:defRPr>
            </a:pPr>
            <a:r>
              <a:t>Пауэрбанк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300" y="5727700"/>
            <a:ext cx="35433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Питание + поиск устройства</a:t>
            </a:r>
          </a:p>
        </p:txBody>
      </p:sp>
      <p:pic>
        <p:nvPicPr>
          <p:cNvPr id="11" name="Picture 10" descr="bi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2675466"/>
            <a:ext cx="3556000" cy="23706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06900" y="5308600"/>
            <a:ext cx="35433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333"/>
                </a:solidFill>
                <a:latin typeface="Arial"/>
              </a:defRPr>
            </a:pPr>
            <a:r>
              <a:t>Велосипед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6900" y="5727700"/>
            <a:ext cx="35433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Местоположение + движение</a:t>
            </a:r>
          </a:p>
        </p:txBody>
      </p:sp>
      <p:pic>
        <p:nvPicPr>
          <p:cNvPr id="14" name="Picture 13" descr="dashc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600" y="2675466"/>
            <a:ext cx="3556000" cy="23706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91500" y="5308600"/>
            <a:ext cx="35433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333"/>
                </a:solidFill>
                <a:latin typeface="Arial"/>
              </a:defRPr>
            </a:pPr>
            <a:r>
              <a:t>Камера в машине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0" y="5727700"/>
            <a:ext cx="35433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Видео + маршрут поездки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800" y="2324100"/>
            <a:ext cx="108458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083"/>
                </a:solidFill>
                <a:latin typeface="Arial"/>
              </a:defRPr>
            </a:pPr>
            <a:r>
              <a:t>Иллюстрации — концепты возможной интеграции, не готовые изделия.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ОСНОВНОЙ ВАРИАНТ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GPS в пауэрбанке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Зарядка телефона и поиск самого устройства в одном корпусе.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02</a:t>
            </a:r>
          </a:p>
        </p:txBody>
      </p:sp>
      <p:pic>
        <p:nvPicPr>
          <p:cNvPr id="8" name="Picture 7" descr="power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044700"/>
            <a:ext cx="6019800" cy="401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6070600"/>
            <a:ext cx="59563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083"/>
                </a:solidFill>
                <a:latin typeface="Arial"/>
              </a:defRPr>
            </a:pPr>
            <a:r>
              <a:t>Концепт • размещение модуля показано условно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900" y="20574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ГДЕ РАЗМЕСТИТЬ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900" y="23495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В пластиковом корпусе: модуль и антенна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рядом с платой питания.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900" y="33020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ЗАЧЕМ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900" y="35941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Показать на карте пауэрбанк или сумку, в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которой он находится.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900" y="45466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ЧТО ПРОВЕРИТЬ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900" y="48387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Расход заряда, нагрев и качество приёма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рядом с аккумулятором.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61200" y="5816600"/>
            <a:ext cx="4584700" cy="4191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900" y="5892800"/>
            <a:ext cx="43561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Нужны компактная плата и управление питанием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ОСНОВНОЙ ВАРИАНТ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GPS в велосипеде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Поиск велосипеда и уведомление о начале движения.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03</a:t>
            </a:r>
          </a:p>
        </p:txBody>
      </p:sp>
      <p:pic>
        <p:nvPicPr>
          <p:cNvPr id="8" name="Picture 7" descr="bi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044700"/>
            <a:ext cx="6019800" cy="401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6070600"/>
            <a:ext cx="59563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083"/>
                </a:solidFill>
                <a:latin typeface="Arial"/>
              </a:defRPr>
            </a:pPr>
            <a:r>
              <a:t>Концепт • размещение модуля показано условно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900" y="20574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ГДЕ РАЗМЕСТИТЬ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900" y="23495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В заднем фонаре или отдельном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пластиковом блоке под седлом.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900" y="33020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ЗАЧЕМ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900" y="35941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Видеть последнюю позицию; получать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сигнал о движении при наличии связи.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900" y="45466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ЧТО ПРОВЕРИТЬ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900" y="48387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Защиту от воды, крепление, зарядку и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приём сигнала рядом с рамой.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61200" y="5816600"/>
            <a:ext cx="4584700" cy="4191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900" y="5892800"/>
            <a:ext cx="43561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Для уведомлений нужен датчик движения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ОСНОВНОЙ ВАРИАНТ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GPS в автомобильной камере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Видеорегистратор, который связывает видео с маршрутом поездки.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04</a:t>
            </a:r>
          </a:p>
        </p:txBody>
      </p:sp>
      <p:pic>
        <p:nvPicPr>
          <p:cNvPr id="8" name="Picture 7" descr="dash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044700"/>
            <a:ext cx="6019800" cy="401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6070600"/>
            <a:ext cx="59563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083"/>
                </a:solidFill>
                <a:latin typeface="Arial"/>
              </a:defRPr>
            </a:pPr>
            <a:r>
              <a:t>Концепт • размещение модуля показано условно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900" y="20574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ГДЕ РАЗМЕСТИТЬ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900" y="23495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В корпусе регистратора или его креплении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у лобового стекла.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900" y="33020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ЗАЧЕМ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900" y="35941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Записывать координаты, время и скорость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вместе с видео.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900" y="4546600"/>
            <a:ext cx="44196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ЧТО ПРОВЕРИТЬ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900" y="4838700"/>
            <a:ext cx="44196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Совместимость с камерой, нагрев на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солнце и питание на парковке.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61200" y="5816600"/>
            <a:ext cx="4584700" cy="4191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900" y="5892800"/>
            <a:ext cx="43561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Удалённый просмотр требует канала связи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ДОПОЛНИТЕЛЬНЫЕ НАПРАВЛЕНИЯ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Ещё три варианта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Идеи для следующего этапа — после проверки основного прототипа.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7400" y="2298700"/>
            <a:ext cx="30353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563E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400" y="3048000"/>
            <a:ext cx="31242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333"/>
                </a:solidFill>
                <a:latin typeface="Arial"/>
              </a:defRPr>
            </a:pPr>
            <a:r>
              <a:t>Рюкзак / сумка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3606800"/>
            <a:ext cx="30734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Куда: съёмный модуль во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внутреннем кармане.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" y="4470400"/>
            <a:ext cx="30734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Польза: поиск своей вещи.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5245100"/>
            <a:ext cx="3073400" cy="5044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Проверить: зарядку и приём внутри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здания.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07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4700" y="2298700"/>
            <a:ext cx="30353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563E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4700" y="3048000"/>
            <a:ext cx="31242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333"/>
                </a:solidFill>
                <a:latin typeface="Arial"/>
              </a:defRPr>
            </a:pPr>
            <a:r>
              <a:t>Кейс инструмента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4700" y="3606800"/>
            <a:ext cx="30734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Куда: отдельный блок под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пластиковой крышкой.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700" y="4470400"/>
            <a:ext cx="30734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Польза: местоположение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рабочего комплекта.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4700" y="5245100"/>
            <a:ext cx="3073400" cy="5044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Проверить: экранирование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металлическими предметами.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298700"/>
            <a:ext cx="30353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2563E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0" y="3048000"/>
            <a:ext cx="31242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333"/>
                </a:solidFill>
                <a:latin typeface="Arial"/>
              </a:defRPr>
            </a:pPr>
            <a:r>
              <a:t>Электросамокат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0" y="3606800"/>
            <a:ext cx="30734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Куда: корпус панели или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пластиковый отсек.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0" y="4470400"/>
            <a:ext cx="30734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Польза: положение и история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поездок.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0" y="5245100"/>
            <a:ext cx="3073400" cy="5044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Проверить: питание, вибрации и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влагозащиту.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НОВЫЕ ИДЕИ / ТРАНСПОРТ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Транспорт и доставка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Ещё три варианта интеграции GPS в подвижные объекты.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Курьерский бокс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Под пластиковой крышкой или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в креплении бокса.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Маршрут доставки и последняя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позиция.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Для работы по городу нужен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доступный канал связи.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7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93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Прицеп / контейнер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3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3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Во внешнем защищённом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блоке с антенной.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93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3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Положение груза и история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перемещений.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93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Металл экранирует; нужна автономная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батарея.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6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Спецтехника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66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На кабине или в отдельном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корпусе под крышей.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66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66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Маршрут и время работы на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участке.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66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Нужно согласовать питание и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защитить от вибраций.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800" y="6121400"/>
            <a:ext cx="111633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083"/>
                </a:solidFill>
                <a:latin typeface="Arial"/>
              </a:defRPr>
            </a:pPr>
            <a:r>
              <a:t>Маршрут показывает перемещение; качество доставки и расход топлива требуют дополнительных данных.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НОВЫЕ ИДЕИ / СЕЛЬСКОЕ ХОЗЯЙСТВО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GPS для фермы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Локальная приёмная станция — основа эксперимента на участке.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Ошейник скота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В защищённом лёгком блоке на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ошейнике.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Последняя позиция животного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на пастбище.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Проверить крепление, вес и покрытие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связи.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7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93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Трактор / агрегат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3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3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На кабине или раме с открытой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антенной.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93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3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История проходов и положение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техники.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93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Точная автопилотная навигация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потребует RTK.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6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Мобильный насос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66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В корпусе переносного насоса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или тележки.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66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66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Учёт перемещений между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участками.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66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Нужны влагозащита и датчик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включения.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800" y="6121400"/>
            <a:ext cx="111633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083"/>
                </a:solidFill>
                <a:latin typeface="Arial"/>
              </a:defRPr>
            </a:pPr>
            <a:r>
              <a:t>Дальность E32 и автономность здесь не заявлены: их нужно измерить на конкретной территории.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НОВЫЕ ИДЕИ / ЛИЧНЫЕ ВЕЩИ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Питомцы, багаж и туризм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Компактный съёмный трекер можно адаптировать к разным креплениям.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Ошейник питомца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На ошейнике, в лёгком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съёмном корпусе.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Поиск рядом с зоной покрытия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связи.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Нынешняя плата слишком велика;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нужна миниатюризация.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7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93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Чемодан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3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3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Под пластиковой стенкой или в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ручке.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93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3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Последнее известное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положение багажа.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93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В помещении GPS нестабилен;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возможна помощь 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6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Туристический маяк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66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На лямке рюкзака или в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верхнем кармане.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66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66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Запись маршрута и передача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позиции группе.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66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Нужны автономность, кнопка SOS и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проверка связи.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800" y="6121400"/>
            <a:ext cx="111633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083"/>
                </a:solidFill>
                <a:latin typeface="Arial"/>
              </a:defRPr>
            </a:pPr>
            <a:r>
              <a:t>Туристический концепт не заменяет сертифицированный аварийный маяк.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НОВЫЕ ИДЕИ / РАБОЧЕЕ ОБОРУДОВАНИЕ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Где находится оборудование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GPS полезен для объектов, которые перевозят между площадками.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Генератор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На внешней пластиковой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панели корпуса.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Местоположение переносной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установки.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Экранирование металлом, нагрев и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вибрации.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7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93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Прокатный инвентарь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3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3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В креплении или отдельном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защищённом блоке.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93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3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Учёт выдачи и история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перемещений.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93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Связать ID трекера с инвентарным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номером.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600" y="2286000"/>
            <a:ext cx="3136900" cy="7249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Измерительный</a:t>
            </a:r>
          </a:p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комплект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6600" y="3289300"/>
            <a:ext cx="3098800" cy="3154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В крышке транспортного кейса.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66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66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Поиск полевого комплекта и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журнал выездов.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66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Время последнего обновления должно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быть видно.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800" y="6121400"/>
            <a:ext cx="111633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083"/>
                </a:solidFill>
                <a:latin typeface="Arial"/>
              </a:defRPr>
            </a:pPr>
            <a:r>
              <a:t>Контроль движения, вскрытия и работы оборудования потребует отдельных датчиков.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ТЕКУЩИЙ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Как работает AlanaTech GPS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ESP32 + NEO-6M + E32-433T30D: координаты передаются на локальную станцию.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273300"/>
            <a:ext cx="3530600" cy="2844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76500"/>
            <a:ext cx="3098800" cy="5044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149600"/>
            <a:ext cx="30988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333"/>
                </a:solidFill>
                <a:latin typeface="Arial"/>
              </a:defRPr>
            </a:pPr>
            <a:r>
              <a:t>GPS NEO-6M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695700"/>
            <a:ext cx="30988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Получает сигналы спутников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и определяет координаты.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0700" y="2273300"/>
            <a:ext cx="3530600" cy="2844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300" y="2476500"/>
            <a:ext cx="3098800" cy="5044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300" y="3149600"/>
            <a:ext cx="30988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333"/>
                </a:solidFill>
                <a:latin typeface="Arial"/>
              </a:defRPr>
            </a:pPr>
            <a:r>
              <a:t>ESP32 + E32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9300" y="3695700"/>
            <a:ext cx="3098800" cy="866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Контроллер формирует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пакет; радио отправляет его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станции.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0" y="2273300"/>
            <a:ext cx="3530600" cy="2844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6600" y="2476500"/>
            <a:ext cx="3098800" cy="5044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3149600"/>
            <a:ext cx="30988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333"/>
                </a:solidFill>
                <a:latin typeface="Arial"/>
              </a:defRPr>
            </a:pPr>
            <a:r>
              <a:t>Станция + карта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600" y="3695700"/>
            <a:ext cx="3098800" cy="866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Приёмник ESP32 получает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пакет и показывает данные в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браузере.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100" y="5397500"/>
            <a:ext cx="110998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333"/>
                </a:solidFill>
                <a:latin typeface="Arial"/>
              </a:defRPr>
            </a:pPr>
            <a:r>
              <a:t>В прошивке базовый интервал отправки — 5 секунд. Это не гарантия доставки.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100" y="5892800"/>
            <a:ext cx="110998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Локальный браузерный интерфейс; для удалённого доступа нужна дополнительная инфраструктура.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ВЫБОР СВЯЗИ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Как передавать координаты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Способ передачи зависит от территории и сценария.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E32 + станция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Ферма, площадка, группа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устройств рядом со станцией.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Локальный приём без сотового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модема в каждом трекере.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Нужны покрытие станции и проверка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помех.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7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93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Сотовый модем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3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3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Перемещения по городу и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между населёнными пунктами.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93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3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Передача в серверный сервис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при наличии сети.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9300" y="5257800"/>
            <a:ext cx="30988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Новые модем, питание, SIM и сервер.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0" y="2070100"/>
            <a:ext cx="3530600" cy="3987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600" y="2286000"/>
            <a:ext cx="3136900" cy="394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Arial"/>
              </a:defRPr>
            </a:pPr>
            <a:r>
              <a:t>Запись / Bluetooth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600" y="30226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КУДА УСТАНОВИТЬ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6600" y="32893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Личный маршрут и выгрузка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рядом с телефоном.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6600" y="4102100"/>
            <a:ext cx="3098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ПОЛЬЗА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6600" y="4368800"/>
            <a:ext cx="30988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Просмотр после поездки или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333"/>
                </a:solidFill>
                <a:latin typeface="Arial"/>
              </a:defRPr>
            </a:pPr>
            <a:r>
              <a:t>при подключении.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6600" y="5257800"/>
            <a:ext cx="3098800" cy="4729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Для записи нужна память; BLE не даёт</a:t>
            </a:r>
          </a:p>
          <a:p>
            <a:pPr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083"/>
                </a:solidFill>
                <a:latin typeface="Arial"/>
              </a:defRPr>
            </a:pPr>
            <a:r>
              <a:t>удалённую связь.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800" y="6121400"/>
            <a:ext cx="111633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083"/>
                </a:solidFill>
                <a:latin typeface="Arial"/>
              </a:defRPr>
            </a:pPr>
            <a:r>
              <a:t>GPS сам по себе не отправляет координаты владельцу.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АППАРАТНАЯ ОСНОВА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Плата KiCad для прототипа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Редактируемые схема и плата-носитель для готовых модулей.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120900"/>
            <a:ext cx="5461000" cy="39243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2374900"/>
            <a:ext cx="4940300" cy="677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36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2563EB"/>
                </a:solidFill>
                <a:latin typeface="Arial"/>
              </a:defRPr>
            </a:pPr>
            <a:r>
              <a:t>100 × 78 мм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3200400"/>
            <a:ext cx="4940300" cy="119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76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333"/>
                </a:solidFill>
                <a:latin typeface="Arial"/>
              </a:defRPr>
            </a:pPr>
            <a:r>
              <a:t>ESP32-DevKitC V4</a:t>
            </a:r>
          </a:p>
          <a:p>
            <a:pPr>
              <a:lnSpc>
                <a:spcPts val="2976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333"/>
                </a:solidFill>
                <a:latin typeface="Arial"/>
              </a:defRPr>
            </a:pPr>
            <a:r>
              <a:t>GPS NEO-6M</a:t>
            </a:r>
          </a:p>
          <a:p>
            <a:pPr>
              <a:lnSpc>
                <a:spcPts val="2976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333"/>
                </a:solidFill>
                <a:latin typeface="Arial"/>
              </a:defRPr>
            </a:pPr>
            <a:r>
              <a:t>E32-433T30D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686300"/>
            <a:ext cx="4940300" cy="567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083"/>
                </a:solidFill>
                <a:latin typeface="Arial"/>
              </a:defRPr>
            </a:pPr>
            <a:r>
              <a:t>2 слоя • питание 5 В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083"/>
                </a:solidFill>
                <a:latin typeface="Arial"/>
              </a:defRPr>
            </a:pPr>
            <a:r>
              <a:t>Отдельная конфигурация kicad_r0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1600" y="2184400"/>
            <a:ext cx="4965700" cy="362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3EB"/>
                </a:solidFill>
                <a:latin typeface="Arial"/>
              </a:defRPr>
            </a:pPr>
            <a:r>
              <a:t>Уже подготовлено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1600" y="2616200"/>
            <a:ext cx="49657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Схема, разводка, локальные библиотеки, BOM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и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600" y="3467100"/>
            <a:ext cx="4965700" cy="362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3EB"/>
                </a:solidFill>
                <a:latin typeface="Arial"/>
              </a:defRPr>
            </a:pPr>
            <a:r>
              <a:t>Проверка KiCad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600" y="3898900"/>
            <a:ext cx="4965700" cy="331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DRC и ERC: 0 нарушений в отчётах проекта.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600" y="4749800"/>
            <a:ext cx="4965700" cy="362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3EB"/>
                </a:solidFill>
                <a:latin typeface="Arial"/>
              </a:defRPr>
            </a:pPr>
            <a:r>
              <a:t>Перед изготовлением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1600" y="5181600"/>
            <a:ext cx="49657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Сверить реальные модули, контакты и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посадочные размеры.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ФУНКЦИИ ДЛЯ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Что добавить к координатам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Предлагаемые функции следующей версии; сейчас они не заявлены как готовые.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95500"/>
            <a:ext cx="5422900" cy="18161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311400"/>
            <a:ext cx="49911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Зона на карте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57500"/>
            <a:ext cx="49911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Уведомление при выходе за границу — при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свежих координатах и связи.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5700" y="2095500"/>
            <a:ext cx="5422900" cy="18161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300" y="2311400"/>
            <a:ext cx="49911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Датчик движения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300" y="2857500"/>
            <a:ext cx="49911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Пробуждение при движении и события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перемещения.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4114800"/>
            <a:ext cx="5422900" cy="18161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4330700"/>
            <a:ext cx="49911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Заряд и связь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4876800"/>
            <a:ext cx="49911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Уровень батареи, время обновления и отметка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потери связи.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5700" y="4114800"/>
            <a:ext cx="5422900" cy="18161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300" y="4330700"/>
            <a:ext cx="49911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3EB"/>
                </a:solidFill>
                <a:latin typeface="Arial"/>
              </a:defRPr>
            </a:pPr>
            <a:r>
              <a:t>История маршрута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300" y="4876800"/>
            <a:ext cx="4991100" cy="5989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Хранение точек и просмотр поездки; нужны</a:t>
            </a:r>
          </a:p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333"/>
                </a:solidFill>
                <a:latin typeface="Arial"/>
              </a:defRPr>
            </a:pPr>
            <a:r>
              <a:t>память и интерфейс.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ПОРЯДОК ЭКСПЕРИМЕНТОВ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Что проверять первым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Последовательность предложена по возможности использовать нынешний прототип.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82800"/>
            <a:ext cx="3048000" cy="53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35200"/>
            <a:ext cx="27940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Сценарий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1400" y="2082800"/>
            <a:ext cx="3098800" cy="53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3800" y="2235200"/>
            <a:ext cx="28448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Почему начать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80200" y="2082800"/>
            <a:ext cx="2692400" cy="53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2600" y="2235200"/>
            <a:ext cx="24384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Доработка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2082800"/>
            <a:ext cx="2286000" cy="53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0" y="2235200"/>
            <a:ext cx="20320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Этап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2628900"/>
            <a:ext cx="3048000" cy="609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94000"/>
            <a:ext cx="2794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Полевой кейс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2628900"/>
            <a:ext cx="3098800" cy="609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3800" y="2794000"/>
            <a:ext cx="2844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Место для модулей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80200" y="2628900"/>
            <a:ext cx="2692400" cy="609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2600" y="2794000"/>
            <a:ext cx="24384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Корпус и питание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2628900"/>
            <a:ext cx="2286000" cy="609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5000" y="2794000"/>
            <a:ext cx="2032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Первый пилот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3251200"/>
            <a:ext cx="30480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16300"/>
            <a:ext cx="2794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Ферма / техника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1400" y="3251200"/>
            <a:ext cx="30988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3800" y="3416300"/>
            <a:ext cx="2844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Локальная станция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80200" y="3251200"/>
            <a:ext cx="26924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2600" y="3416300"/>
            <a:ext cx="24384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Монтаж и покрытие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3251200"/>
            <a:ext cx="22860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5000" y="3416300"/>
            <a:ext cx="2032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Второй пилот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3873500"/>
            <a:ext cx="3048000" cy="609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038600"/>
            <a:ext cx="2794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Велосипед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1400" y="3873500"/>
            <a:ext cx="3098800" cy="609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3800" y="4038600"/>
            <a:ext cx="2844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Проверка в движении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80200" y="3873500"/>
            <a:ext cx="2692400" cy="609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2600" y="4038600"/>
            <a:ext cx="24384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Батарея и защита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3873500"/>
            <a:ext cx="2286000" cy="609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25000" y="4038600"/>
            <a:ext cx="2032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После стенда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3400" y="4495800"/>
            <a:ext cx="30480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660900"/>
            <a:ext cx="2794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Пауэрбанк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1400" y="4495800"/>
            <a:ext cx="30988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33800" y="4660900"/>
            <a:ext cx="2844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Единый корпус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80200" y="4495800"/>
            <a:ext cx="26924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2600" y="4660900"/>
            <a:ext cx="24384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Малая плата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72600" y="4495800"/>
            <a:ext cx="228600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25000" y="4660900"/>
            <a:ext cx="2032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Новая версия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3400" y="5118100"/>
            <a:ext cx="3048000" cy="609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283200"/>
            <a:ext cx="2794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Питомец / багаж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1400" y="5118100"/>
            <a:ext cx="3098800" cy="609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33800" y="5283200"/>
            <a:ext cx="2844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Компактный продукт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80200" y="5118100"/>
            <a:ext cx="2692400" cy="609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32600" y="5283200"/>
            <a:ext cx="24384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Связь и габариты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72600" y="5118100"/>
            <a:ext cx="2286000" cy="6096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25000" y="5283200"/>
            <a:ext cx="20320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333"/>
                </a:solidFill>
                <a:latin typeface="Arial"/>
              </a:defRPr>
            </a:pPr>
            <a:r>
              <a:t>Новая версия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6100" y="6032500"/>
            <a:ext cx="111633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083"/>
                </a:solidFill>
                <a:latin typeface="Arial"/>
              </a:defRPr>
            </a:pPr>
            <a:r>
              <a:t>Это план экспериментов, а не оценка рынка, стоимости или подтверждённой автономности.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ПРОВЕРКА ПРОТОТИПА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Как понять, что идея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Для каждого сценария фиксируем измеримые результаты.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082800"/>
            <a:ext cx="685800" cy="685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100" y="2209800"/>
            <a:ext cx="5969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563E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3200" y="2082800"/>
            <a:ext cx="99568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333"/>
                </a:solidFill>
                <a:latin typeface="Arial"/>
              </a:defRPr>
            </a:pPr>
            <a:r>
              <a:t>Позиция и связь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3200" y="2540000"/>
            <a:ext cx="9956800" cy="331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083"/>
                </a:solidFill>
                <a:latin typeface="Arial"/>
              </a:defRPr>
            </a:pPr>
            <a:r>
              <a:t>Проверить время получения координат, доставку пакетов и потери на маршруте.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3429000"/>
            <a:ext cx="685800" cy="685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100" y="3556000"/>
            <a:ext cx="5969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563E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3200" y="3429000"/>
            <a:ext cx="99568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333"/>
                </a:solidFill>
                <a:latin typeface="Arial"/>
              </a:defRPr>
            </a:pPr>
            <a:r>
              <a:t>Питание и корпус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3200" y="3886200"/>
            <a:ext cx="9956800" cy="331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083"/>
                </a:solidFill>
                <a:latin typeface="Arial"/>
              </a:defRPr>
            </a:pPr>
            <a:r>
              <a:t>Измерить расход энергии, работу при передаче, нагрев и надёжность крепления.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4775200"/>
            <a:ext cx="685800" cy="6858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100" y="4902200"/>
            <a:ext cx="5969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563E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3200" y="4775200"/>
            <a:ext cx="9956800" cy="409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333"/>
                </a:solidFill>
                <a:latin typeface="Arial"/>
              </a:defRPr>
            </a:pPr>
            <a:r>
              <a:t>Сценарий пользователя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3200" y="5232400"/>
            <a:ext cx="9956800" cy="331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083"/>
                </a:solidFill>
                <a:latin typeface="Arial"/>
              </a:defRPr>
            </a:pPr>
            <a:r>
              <a:t>Показать положение, историю и время обновления; проверить пользу на реальном объекте.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304800"/>
            <a:ext cx="10210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СЛЕДУЮЩИЙ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49300"/>
            <a:ext cx="11353800" cy="535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333"/>
                </a:solidFill>
                <a:latin typeface="Arial"/>
              </a:defRPr>
            </a:pPr>
            <a:r>
              <a:t>Один трекер — разные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58900"/>
            <a:ext cx="11226800" cy="283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083"/>
                </a:solidFill>
                <a:latin typeface="Arial"/>
              </a:defRPr>
            </a:pPr>
            <a:r>
              <a:t>Начать с полевого кейса, затем адаптировать устройство под выбранный сценарий.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10210800" cy="205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16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7083"/>
                </a:solidFill>
                <a:latin typeface="Arial"/>
              </a:defRPr>
            </a:pPr>
            <a:r>
              <a:t>ALANATECH / GPS • концепции для обсуждения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0" y="6540500"/>
            <a:ext cx="4318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07083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209800"/>
            <a:ext cx="11099800" cy="677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36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2563EB"/>
                </a:solidFill>
                <a:latin typeface="Arial"/>
              </a:defRPr>
            </a:pPr>
            <a:r>
              <a:t>18 идей интеграции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111500"/>
            <a:ext cx="11061700" cy="4257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333"/>
                </a:solidFill>
                <a:latin typeface="Arial"/>
              </a:defRPr>
            </a:pPr>
            <a:r>
              <a:t>Личные вещи • транспорт • ферма • рабочее оборудование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987800"/>
            <a:ext cx="10718800" cy="787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72333"/>
                </a:solidFill>
                <a:latin typeface="Arial"/>
              </a:defRPr>
            </a:pPr>
            <a:r>
              <a:t>Для первого пилота: выбрать объект, установить прототип, проверить связь</a:t>
            </a:r>
          </a:p>
          <a:p>
            <a:pPr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72333"/>
                </a:solidFill>
                <a:latin typeface="Arial"/>
              </a:defRPr>
            </a:pPr>
            <a:r>
              <a:t>и показать маршрут на карте.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5435600"/>
            <a:ext cx="11125200" cy="774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300" y="5626100"/>
            <a:ext cx="10744200" cy="362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Результат пилота: реальные измерения и требования к следующей плате.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AlanaTech GPS — 18 идей применения</dc:title>
  <dc:subject>Интеграции GPS и развитие прототипа ESP32 + E32</dc:subject>
  <dc:creator>AlanaTech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